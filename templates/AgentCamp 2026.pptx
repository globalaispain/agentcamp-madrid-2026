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4" r:id="rId5"/>
    <p:sldId id="271" r:id="rId6"/>
    <p:sldId id="257" r:id="rId7"/>
    <p:sldId id="266" r:id="rId8"/>
    <p:sldId id="268" r:id="rId9"/>
    <p:sldId id="261" r:id="rId10"/>
    <p:sldId id="267" r:id="rId11"/>
    <p:sldId id="258" r:id="rId12"/>
    <p:sldId id="259" r:id="rId13"/>
    <p:sldId id="260" r:id="rId14"/>
    <p:sldId id="272" r:id="rId15"/>
    <p:sldId id="274" r:id="rId16"/>
  </p:sldIdLst>
  <p:sldSz cx="12192000" cy="6858000"/>
  <p:notesSz cx="6858000" cy="9144000"/>
  <p:embeddedFontLst>
    <p:embeddedFont>
      <p:font typeface="Lufga" panose="020B060402020202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836"/>
    <a:srgbClr val="FFFFFF"/>
    <a:srgbClr val="F7CA66"/>
    <a:srgbClr val="D55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480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816-5739-BFD6-14E2-1F0318DA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F1A0D4EE-D8C0-8422-A340-EB2A839C9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61CD4-1A50-C730-0BB7-5EA60FFF9D3C}"/>
              </a:ext>
            </a:extLst>
          </p:cNvPr>
          <p:cNvSpPr txBox="1"/>
          <p:nvPr/>
        </p:nvSpPr>
        <p:spPr>
          <a:xfrm>
            <a:off x="1104899" y="3997991"/>
            <a:ext cx="2709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27 February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B1BA4-8879-9250-EAA7-22C6B8B3FDDA}"/>
              </a:ext>
            </a:extLst>
          </p:cNvPr>
          <p:cNvSpPr txBox="1"/>
          <p:nvPr/>
        </p:nvSpPr>
        <p:spPr>
          <a:xfrm>
            <a:off x="1104899" y="3429000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WORKSHOPS</a:t>
            </a: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78B76329-07F6-C3F1-A349-2E012FA98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46" y="4080035"/>
            <a:ext cx="297575" cy="297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E5378-1A14-30D4-C660-3BF943D1D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05" y="751743"/>
            <a:ext cx="4289461" cy="4289461"/>
          </a:xfrm>
          <a:prstGeom prst="rect">
            <a:avLst/>
          </a:prstGeom>
          <a:ln w="57150">
            <a:solidFill>
              <a:srgbClr val="113836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A9F7F3-43A0-173D-B589-7C101D143FAE}"/>
              </a:ext>
            </a:extLst>
          </p:cNvPr>
          <p:cNvSpPr/>
          <p:nvPr/>
        </p:nvSpPr>
        <p:spPr>
          <a:xfrm rot="21385415">
            <a:off x="7633194" y="4936461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55533-C012-17A0-37E2-9A14BEF0EA24}"/>
              </a:ext>
            </a:extLst>
          </p:cNvPr>
          <p:cNvSpPr txBox="1"/>
          <p:nvPr/>
        </p:nvSpPr>
        <p:spPr>
          <a:xfrm rot="21393749">
            <a:off x="7692899" y="5013578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rPr>
              <a:t>https://globalai.es/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3D01BE-67C5-4B44-50D9-AB2B867B87F2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23370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DB5E-E7AA-E8CC-BFD3-2526A913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7CA9B9A6-6793-F43A-179E-0FA1B6E0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956B4-319C-66AC-ED14-191FC15E867A}"/>
              </a:ext>
            </a:extLst>
          </p:cNvPr>
          <p:cNvSpPr txBox="1"/>
          <p:nvPr/>
        </p:nvSpPr>
        <p:spPr>
          <a:xfrm>
            <a:off x="1104900" y="2808288"/>
            <a:ext cx="2549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28 </a:t>
            </a:r>
            <a:r>
              <a:rPr lang="en-US" sz="2400" dirty="0" err="1">
                <a:solidFill>
                  <a:schemeClr val="bg1"/>
                </a:solidFill>
                <a:latin typeface="Lufga" panose="00000500000000000000" pitchFamily="50" charset="0"/>
              </a:rPr>
              <a:t>Febrero</a:t>
            </a:r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9C8B5-3709-EADD-E2CC-2BDCFB3EFC09}"/>
              </a:ext>
            </a:extLst>
          </p:cNvPr>
          <p:cNvSpPr txBox="1"/>
          <p:nvPr/>
        </p:nvSpPr>
        <p:spPr>
          <a:xfrm>
            <a:off x="1104899" y="3429000"/>
            <a:ext cx="388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09:00 AM – 18:00 PM CST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F10AB-A08E-8645-DCD8-7537E5AF8C63}"/>
              </a:ext>
            </a:extLst>
          </p:cNvPr>
          <p:cNvSpPr txBox="1"/>
          <p:nvPr/>
        </p:nvSpPr>
        <p:spPr>
          <a:xfrm>
            <a:off x="1104898" y="4049712"/>
            <a:ext cx="325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CEU San Pablo</a:t>
            </a:r>
          </a:p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Madrid, Spain</a:t>
            </a: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BC31A046-81F1-57F9-6647-DD5A218D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7544D3CD-3676-CA7E-D772-86D19EAC8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72688534-ADF5-A82D-F69C-274B74681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E92FFD-F99D-4294-E4B8-DABD159029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255" y="751743"/>
            <a:ext cx="4289461" cy="428946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BF25C8-4E23-1470-86E6-A0AE96604CFD}"/>
              </a:ext>
            </a:extLst>
          </p:cNvPr>
          <p:cNvSpPr/>
          <p:nvPr/>
        </p:nvSpPr>
        <p:spPr>
          <a:xfrm rot="21385415">
            <a:off x="7633194" y="4936461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44E3F-08DD-CFC5-DC4E-93186101E61C}"/>
              </a:ext>
            </a:extLst>
          </p:cNvPr>
          <p:cNvSpPr txBox="1"/>
          <p:nvPr/>
        </p:nvSpPr>
        <p:spPr>
          <a:xfrm rot="21393749">
            <a:off x="7692899" y="5013578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rPr>
              <a:t>https://globalai.es/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5F143-5D54-8849-165B-98CEEB5551EB}"/>
              </a:ext>
            </a:extLst>
          </p:cNvPr>
          <p:cNvSpPr txBox="1"/>
          <p:nvPr/>
        </p:nvSpPr>
        <p:spPr>
          <a:xfrm>
            <a:off x="7280825" y="6349561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79237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1458B2E0-70BE-4F35-B608-B232049C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458B49E0-C8F1-92DB-E019-C91FE56B7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4" y="-790575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7A8E9-C746-B666-F7C5-960FB93D2524}"/>
              </a:ext>
            </a:extLst>
          </p:cNvPr>
          <p:cNvSpPr txBox="1"/>
          <p:nvPr/>
        </p:nvSpPr>
        <p:spPr>
          <a:xfrm>
            <a:off x="593229" y="2088577"/>
            <a:ext cx="6941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Increase your quality with the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power of Agentic Engineering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(Spec-Driven Development)</a:t>
            </a:r>
          </a:p>
        </p:txBody>
      </p:sp>
      <p:pic>
        <p:nvPicPr>
          <p:cNvPr id="12" name="Picture 1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7CF698BC-D45D-F4FA-63D2-98598666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33" y="1960885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E69A38-E4BF-4B9A-0C99-CA945F13DCA3}"/>
              </a:ext>
            </a:extLst>
          </p:cNvPr>
          <p:cNvSpPr txBox="1"/>
          <p:nvPr/>
        </p:nvSpPr>
        <p:spPr>
          <a:xfrm>
            <a:off x="9327462" y="4544323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312E0-D81B-5049-437F-B3355C3BC79C}"/>
              </a:ext>
            </a:extLst>
          </p:cNvPr>
          <p:cNvSpPr txBox="1"/>
          <p:nvPr/>
        </p:nvSpPr>
        <p:spPr>
          <a:xfrm>
            <a:off x="9032509" y="4871234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BB5AA-0F04-58D6-50B6-DCCA0E7EE8F9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7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EBAB-006A-8642-B33E-A7185B1A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F98E03A9-5183-2C43-7AA5-7916E109B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2D762BCB-FD9E-9580-C6F3-898049A6B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896" y="-734844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068A4C-602E-907B-9CBA-8D0FC8C3E3FF}"/>
              </a:ext>
            </a:extLst>
          </p:cNvPr>
          <p:cNvSpPr txBox="1"/>
          <p:nvPr/>
        </p:nvSpPr>
        <p:spPr>
          <a:xfrm>
            <a:off x="1003286" y="596930"/>
            <a:ext cx="6941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Increase your quality with the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power of Agentic Engineering </a:t>
            </a:r>
          </a:p>
          <a:p>
            <a:endParaRPr lang="en-US" sz="3600" b="1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pic>
        <p:nvPicPr>
          <p:cNvPr id="12" name="Picture 1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6A29DBE8-00A4-7DC4-DB4E-478E0FFF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43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E20B35-236C-84A1-0C79-E750D468A09C}"/>
              </a:ext>
            </a:extLst>
          </p:cNvPr>
          <p:cNvSpPr txBox="1"/>
          <p:nvPr/>
        </p:nvSpPr>
        <p:spPr>
          <a:xfrm>
            <a:off x="2892851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45DC-3961-ACB5-B60E-ED5DD29B7448}"/>
              </a:ext>
            </a:extLst>
          </p:cNvPr>
          <p:cNvSpPr txBox="1"/>
          <p:nvPr/>
        </p:nvSpPr>
        <p:spPr>
          <a:xfrm>
            <a:off x="2597898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pic>
        <p:nvPicPr>
          <p:cNvPr id="2" name="Picture 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E75E0AD3-B203-4292-E7A3-5A1C1A725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69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F31D6-BB1F-3EAA-030E-5596C6807767}"/>
              </a:ext>
            </a:extLst>
          </p:cNvPr>
          <p:cNvSpPr txBox="1"/>
          <p:nvPr/>
        </p:nvSpPr>
        <p:spPr>
          <a:xfrm>
            <a:off x="7381277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73166-F977-E92C-1D42-14EE2D696FF9}"/>
              </a:ext>
            </a:extLst>
          </p:cNvPr>
          <p:cNvSpPr txBox="1"/>
          <p:nvPr/>
        </p:nvSpPr>
        <p:spPr>
          <a:xfrm>
            <a:off x="7086324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60BDA-F422-6268-C262-6EEAC4E92F36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88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F591-1100-6BA6-F0CD-567EC958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79D0A19C-02C0-3E17-691B-20BA6BA14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629A6F-1AE0-3C3C-D253-08351A28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EF5201-550D-6207-A466-AC488CF8212F}"/>
              </a:ext>
            </a:extLst>
          </p:cNvPr>
          <p:cNvSpPr txBox="1"/>
          <p:nvPr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6CB32-FC6D-DCE5-7CCE-1CD5D7CD179D}"/>
              </a:ext>
            </a:extLst>
          </p:cNvPr>
          <p:cNvSpPr txBox="1"/>
          <p:nvPr/>
        </p:nvSpPr>
        <p:spPr>
          <a:xfrm>
            <a:off x="6180547" y="6410323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0CBCDD-4A52-6716-DDDB-F7F4B97BC090}"/>
              </a:ext>
            </a:extLst>
          </p:cNvPr>
          <p:cNvSpPr/>
          <p:nvPr/>
        </p:nvSpPr>
        <p:spPr>
          <a:xfrm>
            <a:off x="0" y="2106201"/>
            <a:ext cx="12192000" cy="2357167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8CDC0B-FFB0-177E-E061-8F1E9CDE6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11" y="3290368"/>
            <a:ext cx="2846433" cy="922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78DDE3-FDA9-5E19-A683-3E36D54C3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4" y="3250073"/>
            <a:ext cx="2796229" cy="86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F59A47-589A-F5FB-5010-142F99E7CA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3366680"/>
            <a:ext cx="3233792" cy="8129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CAD0DC-BA0D-8B08-EEFB-FD3EB96A42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2" y="2166985"/>
            <a:ext cx="2721870" cy="10668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8CD658-F9F9-B702-B76E-453EA827FA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012" y="2194225"/>
            <a:ext cx="2721870" cy="10668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6DD1C2-0772-280E-1D99-A74E36DB0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2357167"/>
            <a:ext cx="3104787" cy="803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61EF6-950C-B44D-0B87-D65E022B89F8}"/>
              </a:ext>
            </a:extLst>
          </p:cNvPr>
          <p:cNvSpPr txBox="1"/>
          <p:nvPr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490C9-0992-FF57-097F-B3AAE8C8A313}"/>
              </a:ext>
            </a:extLst>
          </p:cNvPr>
          <p:cNvSpPr txBox="1"/>
          <p:nvPr/>
        </p:nvSpPr>
        <p:spPr>
          <a:xfrm>
            <a:off x="5634173" y="4734654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7BD847-AB9E-E53E-8917-B0AF874240A0}"/>
              </a:ext>
            </a:extLst>
          </p:cNvPr>
          <p:cNvSpPr/>
          <p:nvPr/>
        </p:nvSpPr>
        <p:spPr>
          <a:xfrm>
            <a:off x="-2" y="5174473"/>
            <a:ext cx="12192000" cy="103597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559C12-C0DD-5513-4654-94991BAADE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88" y="5451670"/>
            <a:ext cx="1560579" cy="4815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C31FD5B-BB55-D41A-C7E4-0CFC87A482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31" y="5276076"/>
            <a:ext cx="1595733" cy="8327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429F0B9-CE3C-B23E-6B38-7C109DC28D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190" y="5446246"/>
            <a:ext cx="1595733" cy="4924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1B1028-97BE-E4DD-84D3-A49ABA0648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999" y="6270862"/>
            <a:ext cx="1407143" cy="6174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C6E34D5-260C-65A8-AADE-3D4B25026E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017" y="6129913"/>
            <a:ext cx="2006789" cy="8994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1420D5-89EA-96BD-0C4D-FA5DCF1740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8513" y="5438626"/>
            <a:ext cx="1700494" cy="50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0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0D06598E-200B-11C6-381D-B2037E566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A9833F-CEEE-F838-129A-C3C9EC792010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7CA66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F1B83D-B098-2BAF-BFEF-E9661EE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Join the AI Conversation </a:t>
            </a:r>
            <a:br>
              <a:rPr lang="en-US" sz="3200" dirty="0"/>
            </a:br>
            <a:r>
              <a:rPr lang="en-US" sz="3200" dirty="0"/>
              <a:t>on Discord</a:t>
            </a:r>
          </a:p>
        </p:txBody>
      </p:sp>
    </p:spTree>
    <p:extLst>
      <p:ext uri="{BB962C8B-B14F-4D97-AF65-F5344CB8AC3E}">
        <p14:creationId xmlns:p14="http://schemas.microsoft.com/office/powerpoint/2010/main" val="142216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E729-B5B2-1DED-C80F-99DC1F91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D99A-A0E8-18A4-76DD-77987F43A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53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6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52BFC4-DEDE-FFFD-9E83-D40BB145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09FC9-2834-D237-568A-C126425E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2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DC60-FE64-BFB3-7E87-9136DE27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B0FED1B-86EB-10E5-C19F-CBE4FEB7D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C020D26D-BF05-2947-05E9-C5A8C58A3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DAE3E2-2F58-E717-8DC8-E7CA3E77EA99}"/>
              </a:ext>
            </a:extLst>
          </p:cNvPr>
          <p:cNvSpPr txBox="1"/>
          <p:nvPr/>
        </p:nvSpPr>
        <p:spPr>
          <a:xfrm>
            <a:off x="-2" y="56537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C0B98-C049-64AB-5C30-CB7C3A4F3B02}"/>
              </a:ext>
            </a:extLst>
          </p:cNvPr>
          <p:cNvSpPr txBox="1"/>
          <p:nvPr/>
        </p:nvSpPr>
        <p:spPr>
          <a:xfrm>
            <a:off x="6192506" y="6442825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8EEB47-E709-CF5C-4A28-82CE9E23FE9D}"/>
              </a:ext>
            </a:extLst>
          </p:cNvPr>
          <p:cNvSpPr/>
          <p:nvPr/>
        </p:nvSpPr>
        <p:spPr>
          <a:xfrm>
            <a:off x="0" y="2106201"/>
            <a:ext cx="12192000" cy="235716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729AE6-CEB6-83A7-5D21-B8C552E45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11" y="3290368"/>
            <a:ext cx="2846433" cy="922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13B28A-791E-C55A-35ED-ED8E623B0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4" y="3250073"/>
            <a:ext cx="2796229" cy="86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85640F-A566-80A6-EA0B-6BD319844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3366680"/>
            <a:ext cx="3233792" cy="8129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BE9333-F319-52DE-89C4-16FD9B2163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2" y="2166985"/>
            <a:ext cx="2721870" cy="10668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C0B624D-AF4C-6F3A-0395-91395BACF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012" y="2194225"/>
            <a:ext cx="2721870" cy="10668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6759FA-48D6-5568-C139-3D3F1E7D4B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2357167"/>
            <a:ext cx="3104787" cy="803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1924E1-38E6-24A2-EA4A-E296C82D5A6F}"/>
              </a:ext>
            </a:extLst>
          </p:cNvPr>
          <p:cNvSpPr txBox="1"/>
          <p:nvPr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2EB21-12E5-D576-E366-488DDC59A97A}"/>
              </a:ext>
            </a:extLst>
          </p:cNvPr>
          <p:cNvSpPr txBox="1"/>
          <p:nvPr/>
        </p:nvSpPr>
        <p:spPr>
          <a:xfrm>
            <a:off x="5634173" y="4734654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A5FEA4-4AD0-C340-73F0-5980789EADDF}"/>
              </a:ext>
            </a:extLst>
          </p:cNvPr>
          <p:cNvSpPr/>
          <p:nvPr/>
        </p:nvSpPr>
        <p:spPr>
          <a:xfrm>
            <a:off x="-2" y="5174473"/>
            <a:ext cx="12192000" cy="103597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ED0AAB-8E81-A270-0098-0DC489E187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88" y="5451670"/>
            <a:ext cx="1560579" cy="4815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DEF6288-746D-B63A-624A-CBC91DA26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31" y="5276076"/>
            <a:ext cx="1595733" cy="8327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A8FF17-2934-3D1F-A523-4AE91BEB0D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190" y="5446246"/>
            <a:ext cx="1595733" cy="4924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8FFDDEE-66D8-99CC-B233-74E0A6888A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999" y="6270862"/>
            <a:ext cx="1407143" cy="6174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947763-BA8C-D836-94CF-5BA79F30EA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017" y="6129913"/>
            <a:ext cx="2006789" cy="8994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333C40-FBF0-259A-8A8F-7FB41A4C25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8513" y="5438626"/>
            <a:ext cx="1700494" cy="50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7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5A21-AF07-5D89-FAE3-0AA1DD66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219598F9-57FA-29D6-C5E1-BCD16B19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D1DEC5-D317-AFB1-0333-BD0DEDA12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05" y="751743"/>
            <a:ext cx="4289461" cy="4289461"/>
          </a:xfrm>
          <a:prstGeom prst="rect">
            <a:avLst/>
          </a:prstGeom>
          <a:ln w="57150">
            <a:solidFill>
              <a:srgbClr val="113836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294832-9290-3293-2D17-9FC7F81C3D21}"/>
              </a:ext>
            </a:extLst>
          </p:cNvPr>
          <p:cNvSpPr/>
          <p:nvPr/>
        </p:nvSpPr>
        <p:spPr>
          <a:xfrm rot="21385415">
            <a:off x="7633194" y="4936461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4B105-FFED-E8DB-8ACC-412A03BD949E}"/>
              </a:ext>
            </a:extLst>
          </p:cNvPr>
          <p:cNvSpPr txBox="1"/>
          <p:nvPr/>
        </p:nvSpPr>
        <p:spPr>
          <a:xfrm rot="21393749">
            <a:off x="7692899" y="5013578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rPr>
              <a:t>https://globalai.es/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83FE4-3F31-8D4A-CC34-7937D2B7910A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E78D5-1489-7B7E-FA82-D180B9E8FACD}"/>
              </a:ext>
            </a:extLst>
          </p:cNvPr>
          <p:cNvSpPr txBox="1"/>
          <p:nvPr/>
        </p:nvSpPr>
        <p:spPr>
          <a:xfrm>
            <a:off x="875533" y="3202548"/>
            <a:ext cx="556651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7CA66"/>
                </a:solidFill>
                <a:latin typeface="Lufga" panose="00000500000000000000" pitchFamily="50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60666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2F19F86BF2484E9A3708F5F57D5296" ma:contentTypeVersion="11" ma:contentTypeDescription="Een nieuw document maken." ma:contentTypeScope="" ma:versionID="fb8857062fb25c16086471511bdaffe7">
  <xsd:schema xmlns:xsd="http://www.w3.org/2001/XMLSchema" xmlns:xs="http://www.w3.org/2001/XMLSchema" xmlns:p="http://schemas.microsoft.com/office/2006/metadata/properties" xmlns:ns3="b8df2ea9-3bda-4d08-aeb7-dd7d258d2e46" targetNamespace="http://schemas.microsoft.com/office/2006/metadata/properties" ma:root="true" ma:fieldsID="3b808b6b326e79d8ddbb9dd4e3003da0" ns3:_="">
    <xsd:import namespace="b8df2ea9-3bda-4d08-aeb7-dd7d258d2e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f2ea9-3bda-4d08-aeb7-dd7d258d2e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df2ea9-3bda-4d08-aeb7-dd7d258d2e4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919305-6CEE-404D-A79A-2756D563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df2ea9-3bda-4d08-aeb7-dd7d258d2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F6091E-1E8B-4BD4-AA90-75221ED3D45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b8df2ea9-3bda-4d08-aeb7-dd7d258d2e46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135</Words>
  <Application>Microsoft Office PowerPoint</Application>
  <PresentationFormat>Panorámica</PresentationFormat>
  <Paragraphs>37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Join the AI Conversation  on Discord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Rodrigo Liberoff</cp:lastModifiedBy>
  <cp:revision>12</cp:revision>
  <dcterms:created xsi:type="dcterms:W3CDTF">2026-01-15T14:46:51Z</dcterms:created>
  <dcterms:modified xsi:type="dcterms:W3CDTF">2026-02-11T20:38:51Z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0x0101005A2F19F86BF2484E9A3708F5F57D5296</vt:lpwstr>
  </property>
</Properties>
</file>